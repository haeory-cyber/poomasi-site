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4195903375-ykslfsv7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4195904446-nvdvfcw7u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4195905533-r5wkr58w6y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4195906647-zd46gqy8l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4195907738-wotejtop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4195908883-f8fkk4byf1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4195910102-xk2dqx6c1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4195911105-qdm0x3k0z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4195912195-3et9za8pox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4195913310-q82fe1q68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4195914502-xfhc8454pp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2026-03-22T16:11:54Z</dcterms:created>
  <dcterms:modified xsi:type="dcterms:W3CDTF">2026-03-22T16:11:54Z</dcterms:modified>
</cp:coreProperties>
</file>